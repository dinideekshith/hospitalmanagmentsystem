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Hospital Management System (HMS)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In-Depth Market Research &amp; Project Analysis</a:t>
            </a:r>
          </a:p>
          <a:p>
            <a:r>
              <a:rPr lang="en-US"/>
              <a:t>Focus: Indian Healthcare Market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Automate and streamline day-to-day operations of hospitals and clinics.</a:t>
            </a:r>
          </a:p>
          <a:p>
            <a:r>
              <a:rPr lang="en-US"/>
              <a:t>Align with India's Ayushman Bharat Digital Mission (ABDM).</a:t>
            </a:r>
          </a:p>
          <a:p>
            <a:r>
              <a:rPr lang="en-US"/>
              <a:t>Create a paperless, centralized, and secure healthcare data ecosystem.</a:t>
            </a:r>
          </a:p>
          <a:p>
            <a:r>
              <a:rPr lang="en-US"/>
              <a:t>Improve patient care while significantly reducing administrative overhead.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 Research: Unique Features in India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ABDM &amp; ABHA Integration: Generating Health IDs for seamless data sharing.</a:t>
            </a:r>
          </a:p>
          <a:p>
            <a:r>
              <a:rPr lang="en-US"/>
              <a:t>GST-Compliant Billing: Built-in tax structures specific to Indian regulations.</a:t>
            </a:r>
          </a:p>
          <a:p>
            <a:r>
              <a:rPr lang="en-US"/>
              <a:t>Multi-lingual Support: Supporting local Indian languages for rural reach.</a:t>
            </a:r>
          </a:p>
          <a:p>
            <a:r>
              <a:rPr lang="en-US"/>
              <a:t>WhatsApp/SMS Integration: Extremely popular in India for appointment reminders and reports.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Competitors &amp; Market Size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many competitors? The Indian market is highly fragmented with 50+ major players.</a:t>
            </a:r>
          </a:p>
          <a:p>
            <a:r>
              <a:rPr lang="en-US"/>
              <a:t>Top Competitors: Practo Insta, MocDoc, SoftClinic, eHospital (NIC), KareXpert.</a:t>
            </a:r>
          </a:p>
          <a:p>
            <a:r>
              <a:rPr lang="en-US"/>
              <a:t>User Base: Indian healthcare IT is adopting cloud at a 75% rate. Millions of patient records are processed daily.</a:t>
            </a:r>
          </a:p>
          <a:p>
            <a:r>
              <a:rPr lang="en-US"/>
              <a:t>Growth: The market is growing at a CAGR of 11-21% annually.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Are They Famous?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Practo Insta: Famous for its massive consumer app ecosystem and enterprise scale.</a:t>
            </a:r>
          </a:p>
          <a:p>
            <a:r>
              <a:rPr lang="en-US"/>
              <a:t>MocDoc: Known for its highly intuitive, budget-friendly cloud platform for mid-sized clinics.</a:t>
            </a:r>
          </a:p>
          <a:p>
            <a:r>
              <a:rPr lang="en-US"/>
              <a:t>SoftClinic: Famous for its modular, customizable approach for varied specialties.</a:t>
            </a:r>
          </a:p>
          <a:p>
            <a:r>
              <a:rPr lang="en-US"/>
              <a:t>eHospital: Backed by the Govt of India (NIC), heavily used in public hospitals.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Existing Features (Market Standard)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OPD &amp; IPD Management (Admissions, Discharges).</a:t>
            </a:r>
          </a:p>
          <a:p>
            <a:r>
              <a:rPr lang="en-US"/>
              <a:t>Electronic Medical Records (EMR) &amp; Digital Prescriptions.</a:t>
            </a:r>
          </a:p>
          <a:p>
            <a:r>
              <a:rPr lang="en-US"/>
              <a:t>Pharmacy &amp; Inventory Management.</a:t>
            </a:r>
          </a:p>
          <a:p>
            <a:r>
              <a:rPr lang="en-US"/>
              <a:t>Laboratory Information System (LIS) &amp; Radiology (RIS).</a:t>
            </a:r>
          </a:p>
          <a:p>
            <a:r>
              <a:rPr lang="en-US"/>
              <a:t>TPA &amp; Insurance Claim Processing.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Strengths &amp; Weaknesses of Competitors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Strengths:</a:t>
            </a:r>
          </a:p>
          <a:p>
            <a:r>
              <a:rPr lang="en-US"/>
              <a:t>- Strong established trust and local support teams.</a:t>
            </a:r>
          </a:p>
          <a:p>
            <a:r>
              <a:rPr lang="en-US"/>
              <a:t>- Deep integration with Indian payment gateways (Razorpay, Paytm).</a:t>
            </a:r>
          </a:p>
          <a:p>
            <a:r>
              <a:rPr lang="en-US"/>
              <a:t>Weaknesses:</a:t>
            </a:r>
          </a:p>
          <a:p>
            <a:r>
              <a:rPr lang="en-US"/>
              <a:t>- Legacy systems are bulky and hard to transition to cloud.</a:t>
            </a:r>
          </a:p>
          <a:p>
            <a:r>
              <a:rPr lang="en-US"/>
              <a:t>- Very poor pricing transparency (mostly quote-based hidden fees).</a:t>
            </a:r>
          </a:p>
          <a:p>
            <a:r>
              <a:rPr lang="en-US"/>
              <a:t>- Steep learning curve for non-tech-savvy hospital staff.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Advantages &amp; Limitations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Advantages:</a:t>
            </a:r>
          </a:p>
          <a:p>
            <a:r>
              <a:rPr lang="en-US"/>
              <a:t>- Eliminates paperwork and prevents data loss.</a:t>
            </a:r>
          </a:p>
          <a:p>
            <a:r>
              <a:rPr lang="en-US"/>
              <a:t>- Fast-tracks emergency response and blood bank tracking.</a:t>
            </a:r>
          </a:p>
          <a:p>
            <a:r>
              <a:rPr lang="en-US"/>
              <a:t>- Boosts revenue via efficient billing and reduced inventory leakage.</a:t>
            </a:r>
          </a:p>
          <a:p>
            <a:r>
              <a:rPr lang="en-US"/>
              <a:t>Limitations:</a:t>
            </a:r>
          </a:p>
          <a:p>
            <a:r>
              <a:rPr lang="en-US"/>
              <a:t>- High initial setup cost and staff training time.</a:t>
            </a:r>
          </a:p>
          <a:p>
            <a:r>
              <a:rPr lang="en-US"/>
              <a:t>- Requires stable internet for cloud-based setups.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Benefits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Patients: Reduced waiting times, online appointment booking, digital health records access.</a:t>
            </a:r>
          </a:p>
          <a:p>
            <a:r>
              <a:rPr lang="en-US"/>
              <a:t>For Doctors: Quick access to patient history, voice-to-text prescriptions, organized schedules.</a:t>
            </a:r>
          </a:p>
          <a:p>
            <a:r>
              <a:rPr lang="en-US"/>
              <a:t>For Administrators: Centralized dashboard for beds, billing, inventory, and staff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Pricing &amp; Charging Comparison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Practo Insta: Enterprise pricing. Typically starts at ₹50,000+ setup fee + high annual recurring costs.</a:t>
            </a:r>
          </a:p>
          <a:p>
            <a:r>
              <a:rPr lang="en-US"/>
              <a:t>MocDoc: Budget-friendly. Solo clinics pay ~₹3,500 to ₹8,000/month. Enterprise licenses can go up to ₹3,50,000/year.</a:t>
            </a:r>
          </a:p>
          <a:p>
            <a:r>
              <a:rPr lang="en-US"/>
              <a:t>SoftClinic: Highly modular. Charged per-user/per-module annually.</a:t>
            </a:r>
          </a:p>
          <a:p>
            <a:r>
              <a:rPr lang="en-US"/>
              <a:t>Market Average: Small hospitals (10-50 beds) pay ₹8,000 - ₹25,000/month. Large hospitals pay ₹1,00,000+/year.</a:t>
            </a:r>
          </a:p>
          <a:p>
            <a:r>
              <a:rPr lang="en-US"/>
              <a:t>*Note: AMC (Annual Maintenance Contracts) add 10-20% extra costs.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Target Audience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Tier 1 Target: Mid-to-Large scale Multi-Specialty Hospitals looking to digitize IPD/OPD.</a:t>
            </a:r>
          </a:p>
          <a:p>
            <a:r>
              <a:rPr lang="en-US"/>
              <a:t>Tier 2 Target: Diagnostic Laboratories and Pharmacy Chains needing inventory and LIS integrations.</a:t>
            </a:r>
          </a:p>
          <a:p>
            <a:r>
              <a:rPr lang="en-US"/>
              <a:t>Tier 3 Target: Solo practitioners and small community clinics needing basic EMR and billing.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Enhancements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AI-Powered Diagnostics: Predictive analytics for patient deterioration.</a:t>
            </a:r>
          </a:p>
          <a:p>
            <a:r>
              <a:rPr lang="en-US"/>
              <a:t>Telemedicine 2.0: Integrated AR/VR consultation tools.</a:t>
            </a:r>
          </a:p>
          <a:p>
            <a:r>
              <a:rPr lang="en-US"/>
              <a:t>IoT Wearable Integration: Real-time syncing from patient smartwatches to the EMR.</a:t>
            </a:r>
          </a:p>
          <a:p>
            <a:r>
              <a:rPr lang="en-US"/>
              <a:t>Advanced Chatbots: Automated triage using WhatsApp AI bots.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Indian HMS market is rapidly expanding, driven by government mandates like ABDM and the shift to cloud technology.</a:t>
            </a:r>
          </a:p>
          <a:p>
            <a:r>
              <a:rPr lang="en-US"/>
              <a:t>While giants like Practo and MocDoc lead, there is massive scope for highly customizable, cost-transparent solutions.</a:t>
            </a:r>
          </a:p>
          <a:p>
            <a:r>
              <a:rPr lang="en-US"/>
              <a:t>A successful HMS perfectly balances clinical depth, operational ease, and affordability.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Questions &amp; Answers</a:t>
            </a:r>
          </a:p>
          <a:p>
            <a:r>
              <a:rPr lang="en-US"/>
              <a:t>We are happy to address any queries regarding our research, pricing comparisons, or system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