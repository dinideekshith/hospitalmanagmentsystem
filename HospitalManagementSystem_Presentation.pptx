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Hospital Management System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 Comprehensive Digital Healthcare Solution</a:t>
            </a:r>
          </a:p>
          <a:p>
            <a:r>
              <a:rPr lang="en-US"/>
              <a:t>Presented By: You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Objective: Automate and streamline day-to-day operations of the hospital.</a:t>
            </a:r>
          </a:p>
          <a:p>
            <a:r>
              <a:rPr lang="en-US"/>
              <a:t>Scope: Patient registration, doctor appointments, medical records, emergency services, blood bank, and inventory.</a:t>
            </a:r>
          </a:p>
          <a:p>
            <a:r>
              <a:rPr lang="en-US"/>
              <a:t>Goal: Create a paperless, centralized, and secure healthcare management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in Traditional Systems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Manual Record Keeping: Prone to errors, data loss, and delays.</a:t>
            </a:r>
          </a:p>
          <a:p>
            <a:r>
              <a:rPr lang="en-US"/>
              <a:t>Fragmented Communication: Lack of coordination between doctors and emergency staff.</a:t>
            </a:r>
          </a:p>
          <a:p>
            <a:r>
              <a:rPr lang="en-US"/>
              <a:t>Resource Mismanagement: Difficulty tracking beds, blood inventory, and medicine stock.</a:t>
            </a:r>
          </a:p>
          <a:p>
            <a:r>
              <a:rPr lang="en-US"/>
              <a:t>Patient Inconvenience: Long waiting times for appointments and lab tests.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Unified HMS Solution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Centralized Database: Single source of truth for all users.</a:t>
            </a:r>
          </a:p>
          <a:p>
            <a:r>
              <a:rPr lang="en-US"/>
              <a:t>Real-time Tracking: Instant updates on beds, blood stock, and ambulances.</a:t>
            </a:r>
          </a:p>
          <a:p>
            <a:r>
              <a:rPr lang="en-US"/>
              <a:t>Role-Based Access: Secure dashboards for Admins, Doctors, Patients, and Vendors.</a:t>
            </a:r>
          </a:p>
          <a:p>
            <a:r>
              <a:rPr lang="en-US"/>
              <a:t>Automated Processes: Digital prescriptions, automated PDF reporting.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Technology Stack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Backend Framework: Java, Spring Boot, Spring MVC, Spring Data JPA</a:t>
            </a:r>
          </a:p>
          <a:p>
            <a:r>
              <a:rPr lang="en-US"/>
              <a:t>Security: Spring Security</a:t>
            </a:r>
          </a:p>
          <a:p>
            <a:r>
              <a:rPr lang="en-US"/>
              <a:t>Database: MySQL</a:t>
            </a:r>
          </a:p>
          <a:p>
            <a:r>
              <a:rPr lang="en-US"/>
              <a:t>Frontend UI: JSP (JavaServer Pages), JSTL, HTML, CSS</a:t>
            </a:r>
          </a:p>
          <a:p>
            <a:r>
              <a:rPr lang="en-US"/>
              <a:t>Reporting: LibrePDF (OpenPDF) for generating PDF reports</a:t>
            </a:r>
          </a:p>
          <a:p>
            <a:r>
              <a:rPr lang="en-US"/>
              <a:t>Build Tool: Maven &amp; Tomcat (Embedded)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Design (MVC)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View Layer (JSP): Presents the user interface (Dashboards).</a:t>
            </a:r>
          </a:p>
          <a:p>
            <a:r>
              <a:rPr lang="en-US"/>
              <a:t>Controller Layer: REST and MVC Controllers (e.g., PatientController).</a:t>
            </a:r>
          </a:p>
          <a:p>
            <a:r>
              <a:rPr lang="en-US"/>
              <a:t>Service Layer: Core business logic and transaction management.</a:t>
            </a:r>
          </a:p>
          <a:p>
            <a:r>
              <a:rPr lang="en-US"/>
              <a:t>Repository Layer (Spring Data JPA): Database CRUD operations.</a:t>
            </a:r>
          </a:p>
          <a:p>
            <a:r>
              <a:rPr lang="en-US"/>
              <a:t>Security Layer: Validates user roles and permissions.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Modules 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User &amp; Authentication Module</a:t>
            </a:r>
          </a:p>
          <a:p>
            <a:r>
              <a:rPr lang="en-US"/>
              <a:t>Patient Management</a:t>
            </a:r>
          </a:p>
          <a:p>
            <a:r>
              <a:rPr lang="en-US"/>
              <a:t>Doctor &amp; Appointment Management</a:t>
            </a:r>
          </a:p>
          <a:p>
            <a:r>
              <a:rPr lang="en-US"/>
              <a:t>Emergency &amp; Ambulance Services</a:t>
            </a:r>
          </a:p>
          <a:p>
            <a:r>
              <a:rPr lang="en-US"/>
              <a:t>Blood Bank Management</a:t>
            </a:r>
          </a:p>
          <a:p>
            <a:r>
              <a:rPr lang="en-US"/>
              <a:t>Bed &amp; Ward Management</a:t>
            </a:r>
          </a:p>
          <a:p>
            <a:r>
              <a:rPr lang="en-US"/>
              <a:t>Pharmacy &amp; Inventory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Role-Based Access Control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Admin: Complete system oversight, staff management, inventory control.</a:t>
            </a:r>
          </a:p>
          <a:p>
            <a:r>
              <a:rPr lang="en-US"/>
              <a:t>Doctor: Views appointments, patient history, writes digital prescriptions.</a:t>
            </a:r>
          </a:p>
          <a:p>
            <a:r>
              <a:rPr lang="en-US"/>
              <a:t>Patient: Books appointments, views records, requests emergency services.</a:t>
            </a:r>
          </a:p>
          <a:p>
            <a:r>
              <a:rPr lang="en-US"/>
              <a:t>Staff/Vendor: Manages equipment and pharmaceutical supplies.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Healthcare Services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Patient Operations:</a:t>
            </a:r>
          </a:p>
          <a:p>
            <a:r>
              <a:rPr lang="en-US"/>
              <a:t>- Seamless Registration &amp; Profile management</a:t>
            </a:r>
          </a:p>
          <a:p>
            <a:r>
              <a:rPr lang="en-US"/>
              <a:t>- Access to personal Medical Records</a:t>
            </a:r>
          </a:p>
          <a:p>
            <a:r>
              <a:rPr lang="en-US"/>
              <a:t>Doctor Operations:</a:t>
            </a:r>
          </a:p>
          <a:p>
            <a:r>
              <a:rPr lang="en-US"/>
              <a:t>- Interactive appointment scheduling</a:t>
            </a:r>
          </a:p>
          <a:p>
            <a:r>
              <a:rPr lang="en-US"/>
              <a:t>- Creating Prescription entries</a:t>
            </a:r>
          </a:p>
          <a:p>
            <a:r>
              <a:rPr lang="en-US"/>
              <a:t>- Requesting specialized Lab Tests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Care &amp; Life Support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Emergency Services:</a:t>
            </a:r>
          </a:p>
          <a:p>
            <a:r>
              <a:rPr lang="en-US"/>
              <a:t>- Fast-track Emergency Request handling</a:t>
            </a:r>
          </a:p>
          <a:p>
            <a:r>
              <a:rPr lang="en-US"/>
              <a:t>- Real-time Ambulance Request dispatch &amp; tracking</a:t>
            </a:r>
          </a:p>
          <a:p>
            <a:r>
              <a:rPr lang="en-US"/>
              <a:t>Blood Bank:</a:t>
            </a:r>
          </a:p>
          <a:p>
            <a:r>
              <a:rPr lang="en-US"/>
              <a:t>- Monitoring Blood Inventory by group</a:t>
            </a:r>
          </a:p>
          <a:p>
            <a:r>
              <a:rPr lang="en-US"/>
              <a:t>- Handling urgent Blood Requests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Hospital Resources Management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Bed Management:</a:t>
            </a:r>
          </a:p>
          <a:p>
            <a:r>
              <a:rPr lang="en-US"/>
              <a:t>- Tracking allocations across Room types (ICU, General)</a:t>
            </a:r>
          </a:p>
          <a:p>
            <a:r>
              <a:rPr lang="en-US"/>
              <a:t>- Real-time Bed availability status</a:t>
            </a:r>
          </a:p>
          <a:p>
            <a:r>
              <a:rPr lang="en-US"/>
              <a:t>Pharmacy &amp; Inventory:</a:t>
            </a:r>
          </a:p>
          <a:p>
            <a:r>
              <a:rPr lang="en-US"/>
              <a:t>- Tracking Medicine stock and expiry</a:t>
            </a:r>
          </a:p>
          <a:p>
            <a:r>
              <a:rPr lang="en-US"/>
              <a:t>- Managing Vendor details and Equipment Requests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Entities &amp; Relationships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User &amp; Role: Base authentication tables.</a:t>
            </a:r>
          </a:p>
          <a:p>
            <a:r>
              <a:rPr lang="en-US"/>
              <a:t>Patient &amp; Doctor: Linked via Appointment and MedicalRecord.</a:t>
            </a:r>
          </a:p>
          <a:p>
            <a:r>
              <a:rPr lang="en-US"/>
              <a:t>Prescription &amp; Medicine: One-to-Many mapping for treatments.</a:t>
            </a:r>
          </a:p>
          <a:p>
            <a:r>
              <a:rPr lang="en-US"/>
              <a:t>Room &amp; Bed: Hierarchical mapping for ward management.</a:t>
            </a:r>
          </a:p>
          <a:p>
            <a:r>
              <a:rPr lang="en-US"/>
              <a:t>(Include ER Diagram / Schema Here)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Scope for Future Improvements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Payment Gateway Integration for online billing.</a:t>
            </a:r>
          </a:p>
          <a:p>
            <a:r>
              <a:rPr lang="en-US"/>
              <a:t>AI Chatbot for 24/7 patient assistance.</a:t>
            </a:r>
          </a:p>
          <a:p>
            <a:r>
              <a:rPr lang="en-US"/>
              <a:t>Telemedicine Support with integrated video conferencing.</a:t>
            </a:r>
          </a:p>
          <a:p>
            <a:r>
              <a:rPr lang="en-US"/>
              <a:t>Cross-platform Mobile App version.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Provides a robust, scalable, and secure platform.</a:t>
            </a:r>
          </a:p>
          <a:p>
            <a:r>
              <a:rPr lang="en-US"/>
              <a:t>Transitions manual hospital management to a digitized ecosystem.</a:t>
            </a:r>
          </a:p>
          <a:p>
            <a:r>
              <a:rPr lang="en-US"/>
              <a:t>Reduces delays, ensures data integrity.</a:t>
            </a:r>
          </a:p>
          <a:p>
            <a:r>
              <a:rPr lang="en-US"/>
              <a:t>Allows medical professionals to focus on patient care.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  <a:p>
            <a:r>
              <a:rPr lang="en-US"/>
              <a:t>Feel free to ask about the implementation, architecture, or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